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0B981"/>
                </a:solidFill>
                <a:latin typeface="Trebuchet MS"/>
              </a:defRPr>
            </a:pPr>
            <a:r>
              <a:t>ExpenseTracker Suite</a:t>
            </a:r>
          </a:p>
          <a:p>
            <a:pPr algn="ctr">
              <a:spcBef>
                <a:spcPts val="1000"/>
              </a:spcBef>
              <a:defRPr sz="2000">
                <a:solidFill>
                  <a:srgbClr val="6366F1"/>
                </a:solidFill>
                <a:latin typeface="Calibri"/>
              </a:defRPr>
            </a:pPr>
            <a:r>
              <a:t>Next-Generation Premium Personal Finance &amp; Auditing Dashboard</a:t>
            </a:r>
          </a:p>
          <a:p>
            <a:pPr algn="ctr">
              <a:spcBef>
                <a:spcPts val="40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Product Features &amp; Technical Architecture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Trebuchet MS"/>
              </a:defRPr>
            </a:pPr>
            <a:r>
              <a:t>EXPENSETRACKER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Unified Financial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Key Financial Metrics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Total Net Balance: Real-time lifetime remaining balance calculated across all assets.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Monthly Income/Expenses: Comparative indicator displaying current monthly cashflows.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Savings &amp; Savings Rate: Dynamic savings statistics outlining margins and saving speed.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Financial Health Score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Score Range: 0 to 100 points.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Positive Components: Awarded points for higher savings rates (+30) and budget safety (+15).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Negatives Deductions: Deduct points (-10 per overrun) when category budget safety checks fail.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UI &amp; Visual Highlights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Glassmorphic design: Styled with frosted glass effects and neon border highlights.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Widescreen grids: Perfectly aligned cards scaled to fit standard desktop screens.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Radial ring progress: Custom animated SVG gauges displaying financial health.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Trebuchet MS"/>
              </a:defRPr>
            </a:pPr>
            <a:r>
              <a:t>EXPENSETRACKER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Advanced Transaction Ledger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Transaction Management Engine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Dual Class Ledger: Supports registering Cash Inflow (Income) and Cash Outflow (Expense).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Custom Category mapping: Auto-integrates standard categories and user customization tags.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Optional parameters: Upload physical receipts directly and add custom details strings.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Security validation: Prevents negative amount entry, requires inputs, and protects user bounds.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Receipt Auditing &amp; Modals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Direct Image Uploads: Supports secure storage of png, jpg, jpeg, webp formats.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Thumbnails preview: Generates clean list thumbnails inside transaction tables.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Modal Lightbox: Opens instant high-resolution receipt views without page navigation.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Automatic Cleanups: Deletes linked receipt files from storage if a transaction is removed.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Trebuchet MS"/>
              </a:defRPr>
            </a:pPr>
            <a:r>
              <a:t>EXPENSETRACKER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Smart Budget Allocations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Budget Tracker &amp; Gauges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Overall &amp; Category targets: Configure spending limits for custom items or overall monthly caps.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Interactive Progress Bars: Colorful indicators mapping budget spent margins (Green: Safe, Yellow: Critical, Red: Breach).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Budget warnings: Instantly flashes alerts if a newly added expense breaches budget bounds.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Highest Spending Widget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Instant Outflow Auditing: Automatically highlights the user's highest spending category.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Accrued calculations: Tracks category limits and totals cumulative spent values dynamically.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Quick link paths: Dynamic links to view detailed historical category graphs on the Reports page.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Trebuchet MS"/>
              </a:defRPr>
            </a:pPr>
            <a:r>
              <a:t>EXPENSETRACKER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Invoice &amp; Upcoming Bills Center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Registration &amp; Due-date Center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Register Bills: Add upcoming utilities, credit cards, or bills with amounts, categories, and deadlines.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Due Date Ordering: Lists outstanding bills ordered chronologically to keep deadlines visible.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Auto-fill dates: Automatically populates inputs with current date for quick logging.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One-click Pay Trigger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Payment integration: Pay bills with a single click from the dashboard panel.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Double-Entry Logger: Automatically logs paid bills as transaction expenses under the correct category.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Instant updates: Updates dashboard balance metrics and marks invoice list items paid.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Trebuchet MS"/>
              </a:defRPr>
            </a:pPr>
            <a:r>
              <a:t>EXPENSETRACKER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Personalization &amp; UI Customizations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Multi-Language &amp; Currency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Currencies list: Supports ₹ (Rupees), $ (Dollars), € (Euros), and £ (Pounds). Updates all UI values dynamically.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Language translations: Supports English, Spanish, and Hindi translation mappings for headings and inputs.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Dynamic Theme Accents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Swatches selection: Switch accents to Royal Indigo, Emerald Green, Rose Pink, Amber Yellow, or Ocean Blue.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Variables override: Overrides CSS styles dynamically, updating primary colors and button gradients.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Custom Categories &amp; Profile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Profile Avatar: Upload custom profile photos displayed on the settings page and navbar greeting.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Category Manager: Create custom tags (e.g. Gifts, Charity) which map directly to dropdown options.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Trebuchet MS"/>
              </a:defRPr>
            </a:pPr>
            <a:r>
              <a:t>EXPENSETRACKER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Notification Alerts Center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In-App Alerts Logs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Bell center dropdown: Easily view all active alerts on the navbar from any page.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Alert types: Distinguishes items visually (Success: green, Info: blue, Warning: yellow, Danger: red).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Dynamic Rule Checks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Daily reminders: Reminds users to log entries if no transaction exists for today.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Weekly Spending summary: Displays a weekly spend rollup calculated over the last 7 days.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Budget warnings: Alerts when spending reaches the user's warning threshold (e.g. 90%).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Savings milestones: Congratulates users as net savings cross major thresholds (5k, 10k, 50k, 100k).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Trebuchet MS"/>
              </a:defRPr>
            </a:pPr>
            <a:r>
              <a:t>EXPENSETRACKER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Financial Analytics &amp; Export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Interactive Analytical Charts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Category breakdown: Doughnut chart plotting expense distributions across categories.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Temporal Trends: 6-month historical bar chart mapping comparative income vs expense trends.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Chart.js Tooltips: Interactive labels displaying dynamic currencies ($, ₹, etc.).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CSV &amp; ReportLab PDF Exports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Monthly filters: Generate detailed reports filtered by calendar month.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CSV Spreadsheet: Exports raw transaction logs, compatible with Excel or Google Sheets.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ReportLab PDF Report: Generates premium business PDF summaries, including stats cards, category limits, status, and transaction tables with dynamic currency headers.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Trebuchet MS"/>
              </a:defRPr>
            </a:pPr>
            <a:r>
              <a:t>EXPENSETRACKER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Technical Stack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Backend Framework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Python Flask: High-speed micro-framework routing core logical pathways.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SQLite Database: Fast, local database backend storage.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SQLAlchemy ORM: Handles data object mappings and relationships.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Flask-Login: Controls user sessions, route security, and profiles.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Frontend UI &amp; Styling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Bootstrap 5: Flexible layout grids and interactive modals.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Vanilla CSS: Custom glassmorphic styling, pulse animations, and theme accents.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HTML5 Canvas: Floating background particles and moving wave graphics.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Key Assets Engines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Chart.js: Renders responsive data visualization canvasses.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ReportLab API: Direct PDF builder compiling clean business structures.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Werkzeug Security: Protects accounts using secure password hashing hashes.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